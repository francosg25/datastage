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51106a206b496b" /><Relationship Type="http://schemas.openxmlformats.org/officeDocument/2006/relationships/extended-properties" Target="/docProps/app.xml" Id="R388c018e5b3a4401" /><Relationship Type="http://schemas.openxmlformats.org/officeDocument/2006/relationships/officeDocument" Target="/ppt/presentation.xml" Id="R66fcb18e9681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5fcca919324dc4"/>
  </p:sldMasterIdLst>
  <p:notesMasterIdLst>
    <p:notesMasterId xmlns:r="http://schemas.openxmlformats.org/officeDocument/2006/relationships" r:id="R3bb3b5e66dca4e79"/>
  </p:notesMasterIdLst>
  <p:sldIdLst>
    <p:sldId xmlns:r="http://schemas.openxmlformats.org/officeDocument/2006/relationships" id="256" r:id="R8abda5e72a734d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f5ae0932448db" /><Relationship Type="http://schemas.openxmlformats.org/officeDocument/2006/relationships/slideMaster" Target="/ppt/slideMasters/slideMaster1.xml" Id="Rea5fcca919324dc4" /><Relationship Type="http://schemas.openxmlformats.org/officeDocument/2006/relationships/notesMaster" Target="/ppt/notesMasters/notesMaster1.xml" Id="R3bb3b5e66dca4e79" /><Relationship Type="http://schemas.openxmlformats.org/officeDocument/2006/relationships/presProps" Target="/ppt/presProps.xml" Id="Rc9f5082f8f5e4b94" /><Relationship Type="http://schemas.openxmlformats.org/officeDocument/2006/relationships/tableStyles" Target="/ppt/tableStyles.xml" Id="R8cc4abd635734449" /><Relationship Type="http://schemas.openxmlformats.org/officeDocument/2006/relationships/slide" Target="/ppt/slides/slide1.xml" Id="R8abda5e72a734d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eda6926dd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e69e058bf42bb" /><Relationship Type="http://schemas.openxmlformats.org/officeDocument/2006/relationships/notesMaster" Target="/ppt/notesMasters/notesMaster1.xml" Id="Rbd0aa4afb74b42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59d351a3c48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d5f90368047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6ff9799934f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abd2e2f6f49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706d52d9b41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f7cc8ce7e42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2E03BE-31D6-4E48-AEDB-1984A84CD2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187547-BE48-4172-ACEC-78D563FEDB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D94E72-BEC6-4134-915F-F479C5B37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A5CC08-CB89-471D-B705-6D56578F9A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24DB47-A2EF-40BF-9796-1EFCA61C1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AC524F-B8E8-4094-ABB9-98A70BA146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824C62-4052-41EB-B3B2-2F66AC4203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C54FB4-065C-45C8-BD08-FB9ADB980F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4414C3-51EA-4A14-BAD9-16420D833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588222-0A59-4AD0-A3AF-00DDAC6DF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3825e99d964024" /><Relationship Type="http://schemas.openxmlformats.org/officeDocument/2006/relationships/slideLayout" Target="/ppt/slideLayouts/slideLayout1.xml" Id="R5f0309d464a146e7" /><Relationship Type="http://schemas.openxmlformats.org/officeDocument/2006/relationships/slideLayout" Target="/ppt/slideLayouts/slideLayout2.xml" Id="R3f6f6f69a20b4137" /><Relationship Type="http://schemas.openxmlformats.org/officeDocument/2006/relationships/slideLayout" Target="/ppt/slideLayouts/slideLayout3.xml" Id="R2f1540d012a34a0e" /><Relationship Type="http://schemas.openxmlformats.org/officeDocument/2006/relationships/slideLayout" Target="/ppt/slideLayouts/slideLayout4.xml" Id="R71fa317e5c7341dc" /><Relationship Type="http://schemas.openxmlformats.org/officeDocument/2006/relationships/slideLayout" Target="/ppt/slideLayouts/slideLayout5.xml" Id="R24c3727d659e4494" /><Relationship Type="http://schemas.openxmlformats.org/officeDocument/2006/relationships/slideLayout" Target="/ppt/slideLayouts/slideLayout6.xml" Id="R2b28eab1622a4c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309d464a146e7"/>
    <p:sldLayoutId xmlns:r="http://schemas.openxmlformats.org/officeDocument/2006/relationships" id="2147483650" r:id="R3f6f6f69a20b4137"/>
    <p:sldLayoutId xmlns:r="http://schemas.openxmlformats.org/officeDocument/2006/relationships" id="2147483651" r:id="R2f1540d012a34a0e"/>
    <p:sldLayoutId xmlns:r="http://schemas.openxmlformats.org/officeDocument/2006/relationships" id="2147483652" r:id="R71fa317e5c7341dc"/>
    <p:sldLayoutId xmlns:r="http://schemas.openxmlformats.org/officeDocument/2006/relationships" id="2147483653" r:id="R24c3727d659e4494"/>
    <p:sldLayoutId xmlns:r="http://schemas.openxmlformats.org/officeDocument/2006/relationships" id="2147483654" r:id="R2b28eab1622a4c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06d0657864283" /><Relationship Type="http://schemas.openxmlformats.org/officeDocument/2006/relationships/notesSlide" Target="/ppt/notesSlides/notesSlide1.xml" Id="Rdcd889c16ef043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83094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2026-10-22T21:09:02.0550000Z</dcterms:created>
  <dcterms:modified xsi:type="dcterms:W3CDTF">2026-10-22T21:09:02.0550000Z</dcterms:modified>
</coreProperties>
</file>